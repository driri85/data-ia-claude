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537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scikit-learn : bibliotheque Python pour le machine learning (regression, clustering, preprocessing...).</a:t>
            </a:r>
          </a:p>
          <a:p>
            <a:r>
              <a:t>React + Vite : framework JavaScript pour l'interface utilisateur, Vite est l'outil de build rapide.</a:t>
            </a:r>
          </a:p>
          <a:p>
            <a:r>
              <a:t>FastAPI : framework Python pour creer une API web qui expose le modele ML.</a:t>
            </a:r>
          </a:p>
          <a:p>
            <a:r>
              <a:t>HF Spaces : Hugging Face Spaces = hebergement gratuit pour deployer des apps ML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data : la chaine de traitement des donnees brutes jusqu'au modele.</a:t>
            </a:r>
          </a:p>
          <a:p>
            <a:r>
              <a:t>Demo live : on montre l'application reelle deployee, pas des screenshots.</a:t>
            </a:r>
          </a:p>
          <a:p>
            <a:r>
              <a:t>Q&amp;A : le formateur pose des questions sur les choix techniques. Soyez directs et honnetes.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Dataset sklearn diabetes : jeu de donnees de reference en ML biomedical, issu de Efron et al. 2004.</a:t>
            </a:r>
          </a:p>
          <a:p>
            <a:endParaRPr/>
          </a:p>
          <a:p>
            <a:r>
              <a:t>Les 10 features (toutes normalises entre -0.2 et +0.2 par sklearn) :</a:t>
            </a:r>
          </a:p>
          <a:p>
            <a:r>
              <a:t>  - age  : age du patient</a:t>
            </a:r>
          </a:p>
          <a:p>
            <a:r>
              <a:t>  - sex  : sexe (encode numeriquement)</a:t>
            </a:r>
          </a:p>
          <a:p>
            <a:r>
              <a:t>  - bmi  : Body Mass Index = poids(kg) / taille(m)^2. Indice de corpulence. Normal : 18.5-25.</a:t>
            </a:r>
          </a:p>
          <a:p>
            <a:r>
              <a:t>  - bp   : blood pressure = pression arterielle moyenne</a:t>
            </a:r>
          </a:p>
          <a:p>
            <a:r>
              <a:t>  - s1   : tc = total cholesterol (cholesterol total)</a:t>
            </a:r>
          </a:p>
          <a:p>
            <a:r>
              <a:t>  - s2   : ldl = Low-Density Lipoprotein = 'mauvais cholesterol'</a:t>
            </a:r>
          </a:p>
          <a:p>
            <a:r>
              <a:t>  - s3   : hdl = High-Density Lipoprotein = 'bon cholesterol'</a:t>
            </a:r>
          </a:p>
          <a:p>
            <a:r>
              <a:t>  - s4   : rapport tc/hdl (ratio cholesterol)</a:t>
            </a:r>
          </a:p>
          <a:p>
            <a:r>
              <a:t>  - s5   : ltg = log du taux de triglycerides</a:t>
            </a:r>
          </a:p>
          <a:p>
            <a:r>
              <a:t>  - s6   : glu = glycemie (taux de sucre dans le sang)</a:t>
            </a:r>
          </a:p>
          <a:p>
            <a:endParaRPr/>
          </a:p>
          <a:p>
            <a:r>
              <a:t>Cible : mesure de progression du diabete 1 an apres le diagnostic (valeur entre 25 et 346).</a:t>
            </a:r>
          </a:p>
          <a:p>
            <a:r>
              <a:t>Deja normalises : sklearn a deja centre et reduit les valeurs =&gt; pas besoin de re-normaliser.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SimpleImputer(strategy='median') : remplace les valeurs manquantes par la mediane de la colonne.</a:t>
            </a:r>
          </a:p>
          <a:p>
            <a:r>
              <a:t>  Pourquoi median et pas mean ? Plus robuste aux valeurs extremes (outliers).</a:t>
            </a:r>
          </a:p>
          <a:p>
            <a:endParaRPr/>
          </a:p>
          <a:p>
            <a:r>
              <a:t>StandardScaler : centre (moyenne = 0) et reduit (ecart-type = 1) chaque feature.</a:t>
            </a:r>
          </a:p>
          <a:p>
            <a:r>
              <a:t>  Pourquoi ? Les modeles lineaires regularises sont sensibles a l'echelle des variables.</a:t>
            </a:r>
          </a:p>
          <a:p>
            <a:endParaRPr/>
          </a:p>
          <a:p>
            <a:r>
              <a:t>ColumnTransformer : applique des transformations differentes selon les colonnes.</a:t>
            </a:r>
          </a:p>
          <a:p>
            <a:r>
              <a:t>  Ici toutes numeriques donc un seul transformateur, mais la structure est extensible.</a:t>
            </a:r>
          </a:p>
          <a:p>
            <a:endParaRPr/>
          </a:p>
          <a:p>
            <a:r>
              <a:t>Pipeline sklearn : enchaine preprocessing + modele en un objet unique.</a:t>
            </a:r>
          </a:p>
          <a:p>
            <a:r>
              <a:t>  Avantage : pas de data leakage, on peut appeler .fit() et .predict() directement.</a:t>
            </a:r>
          </a:p>
          <a:p>
            <a:endParaRPr/>
          </a:p>
          <a:p>
            <a:r>
              <a:t>random_state=42 : graine aleatoire fixee =&gt; meme split a chaque execution =&gt; reproductible.</a:t>
            </a:r>
          </a:p>
          <a:p>
            <a:endParaRPr/>
          </a:p>
          <a:p>
            <a:r>
              <a:t>Split 60/20/20 :</a:t>
            </a:r>
          </a:p>
          <a:p>
            <a:r>
              <a:t>  - train (264) : le modele apprend dessus</a:t>
            </a:r>
          </a:p>
          <a:p>
            <a:r>
              <a:t>  - val (89)    : on ajuste les hyperparametres</a:t>
            </a:r>
          </a:p>
          <a:p>
            <a:r>
              <a:t>  - test (89)   : evaluation finale, touche une seule fois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=== REGRESSION ===</a:t>
            </a:r>
          </a:p>
          <a:p>
            <a:endParaRPr/>
          </a:p>
          <a:p>
            <a:r>
              <a:t>VotingRegressor : combine plusieurs modeles en moyennant leurs predictions.</a:t>
            </a:r>
          </a:p>
          <a:p>
            <a:r>
              <a:t>  Avantage : stabilise les erreurs individuelles de chaque modele.</a:t>
            </a:r>
          </a:p>
          <a:p>
            <a:endParaRPr/>
          </a:p>
          <a:p>
            <a:r>
              <a:t>Ridge (alpha=10) : regression lineaire avec penalite L2 (somme des carres des coefficients).</a:t>
            </a:r>
          </a:p>
          <a:p>
            <a:r>
              <a:t>  alpha = force de la regularisation. Grand alpha =&gt; coefficients plus petits =&gt; moins d'overfitting.</a:t>
            </a:r>
          </a:p>
          <a:p>
            <a:r>
              <a:t>  Garde toutes les variables mais les reduit.</a:t>
            </a:r>
          </a:p>
          <a:p>
            <a:endParaRPr/>
          </a:p>
          <a:p>
            <a:r>
              <a:t>Lasso (alpha=0.1) : regression lineaire avec penalite L1 (somme des valeurs absolues).</a:t>
            </a:r>
          </a:p>
          <a:p>
            <a:r>
              <a:t>  Peut mettre certains coefficients exactement a 0 =&gt; selection de variables automatique.</a:t>
            </a:r>
          </a:p>
          <a:p>
            <a:endParaRPr/>
          </a:p>
          <a:p>
            <a:r>
              <a:t>ElasticNet (alpha=0.1, l1_ratio=0.5) : combine Ridge (L2) et Lasso (L1).</a:t>
            </a:r>
          </a:p>
          <a:p>
            <a:r>
              <a:t>  l1_ratio=0.5 =&gt; moitie L1, moitie L2. Meilleur des deux mondes.</a:t>
            </a:r>
          </a:p>
          <a:p>
            <a:endParaRPr/>
          </a:p>
          <a:p>
            <a:r>
              <a:t>R2 = 0.5232 : le modele explique 52% de la variance de la progression.</a:t>
            </a:r>
          </a:p>
          <a:p>
            <a:r>
              <a:t>  R2 = 1 = prediction parfaite. R2 = 0 = modele nul (predit la moyenne).</a:t>
            </a:r>
          </a:p>
          <a:p>
            <a:r>
              <a:t>  0.52 est correct pour ce dataset connu pour etre difficile (peu de donnees).</a:t>
            </a:r>
          </a:p>
          <a:p>
            <a:endParaRPr/>
          </a:p>
          <a:p>
            <a:r>
              <a:t>=== CLUSTERING ===</a:t>
            </a:r>
          </a:p>
          <a:p>
            <a:endParaRPr/>
          </a:p>
          <a:p>
            <a:r>
              <a:t>Clustering non supervise : on ne connait pas les groupes a l'avance, l'algo les decouvre.</a:t>
            </a:r>
          </a:p>
          <a:p>
            <a:endParaRPr/>
          </a:p>
          <a:p>
            <a:r>
              <a:t>AgglomerativeClustering : clustering hierarchique ascendant.</a:t>
            </a:r>
          </a:p>
          <a:p>
            <a:r>
              <a:t>  Debut : chaque point est son propre cluster.</a:t>
            </a:r>
          </a:p>
          <a:p>
            <a:r>
              <a:t>  Fusionne progressivement les clusters les plus proches jusqu'a atteindre n_clusters.</a:t>
            </a:r>
          </a:p>
          <a:p>
            <a:endParaRPr/>
          </a:p>
          <a:p>
            <a:r>
              <a:t>KMeans : l'autre algo teste. Place k centroides, assigne chaque point au plus proche.</a:t>
            </a:r>
          </a:p>
          <a:p>
            <a:r>
              <a:t>  Agglomerative a gagne ici car meilleur score silhouette.</a:t>
            </a:r>
          </a:p>
          <a:p>
            <a:endParaRPr/>
          </a:p>
          <a:p>
            <a:r>
              <a:t>Score de silhouette : mesure la qualite de la separation des clusters.</a:t>
            </a:r>
          </a:p>
          <a:p>
            <a:r>
              <a:t>  Entre -1 et 1. 1 = clusters parfaitement separes. 0.6 = bonne separation.</a:t>
            </a:r>
          </a:p>
          <a:p>
            <a:r>
              <a:t>  0.6015 atteint exactement la cible fixee.</a:t>
            </a:r>
          </a:p>
          <a:p>
            <a:endParaRPr/>
          </a:p>
          <a:p>
            <a:r>
              <a:t>4 clusters sur sex + bmi : les 4 groupes de patients identifies par leurs profils biologiques.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Pendant la demo :</a:t>
            </a:r>
          </a:p>
          <a:p>
            <a:r>
              <a:t>  1. Ouvrir l'URL HF Spaces dans le navigateur</a:t>
            </a:r>
          </a:p>
          <a:p>
            <a:r>
              <a:t>  2. Saisir des valeurs dans le formulaire (age, bmi, etc.)</a:t>
            </a:r>
          </a:p>
          <a:p>
            <a:r>
              <a:t>  3. Cliquer 'Predire' =&gt; FastAPI charge model-regression.pkl, renvoie la prediction en JSON</a:t>
            </a:r>
          </a:p>
          <a:p>
            <a:r>
              <a:t>  4. React affiche le resultat sans rechargement de page</a:t>
            </a:r>
          </a:p>
          <a:p>
            <a:r>
              <a:t>  5. Montrer aussi le cluster du patient</a:t>
            </a:r>
          </a:p>
          <a:p>
            <a:endParaRPr/>
          </a:p>
          <a:p>
            <a:r>
              <a:t>Si la demo plante : avoir un screenshot de secours ou une video en fallback.</a:t>
            </a:r>
          </a:p>
          <a:p>
            <a:r>
              <a:t>CI/CD : montrer l'onglet Actions sur GitHub avec le dernier run 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R2 = 0.52 : acceptable mais pas excellent. Signifie que 48% de la variance reste inexpliquee.</a:t>
            </a:r>
          </a:p>
          <a:p>
            <a:r>
              <a:t>  Causes possibles : features insuffisantes, relations non lineaires, dataset trop petit.</a:t>
            </a:r>
          </a:p>
          <a:p>
            <a:endParaRPr/>
          </a:p>
          <a:p>
            <a:r>
              <a:t>Cross-validation : technique qui divise les donnees en K plis et evalue le modele K fois.</a:t>
            </a:r>
          </a:p>
          <a:p>
            <a:r>
              <a:t>  Donne une estimation plus fiable que un seul split train/test.</a:t>
            </a:r>
          </a:p>
          <a:p>
            <a:r>
              <a:t>  On n'a pas eu le temps = honnete a dire.</a:t>
            </a:r>
          </a:p>
          <a:p>
            <a:endParaRPr/>
          </a:p>
          <a:p>
            <a:r>
              <a:t>Gunicorn : serveur Python de production, lance plusieurs workers en parallele.</a:t>
            </a:r>
          </a:p>
          <a:p>
            <a:r>
              <a:t>  FastAPI seul = 1 requete a la fois. Gunicorn + 4 workers = 4 requetes simultanees.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Conseils pour le Q&amp;A :</a:t>
            </a:r>
          </a:p>
          <a:p>
            <a:r>
              <a:t>  - Regarder le jury, pas l'ecran</a:t>
            </a:r>
          </a:p>
          <a:p>
            <a:r>
              <a:t>  - Si vous ne savez pas : 'Je ne sais pas precisement mais je pense que...' vaut mieux qu'inventer</a:t>
            </a:r>
          </a:p>
          <a:p>
            <a:r>
              <a:t>  - Assumez vos choix : 'On a choisi X parce que Y' pas 'le prof a dit de faire X'</a:t>
            </a:r>
          </a:p>
          <a:p>
            <a:r>
              <a:t>  - Reconnaitre les limites : ca montre la maturite technique</a:t>
            </a:r>
          </a:p>
          <a:p>
            <a:endParaRPr/>
          </a:p>
          <a:p>
            <a:r>
              <a:t>Question bonus probable : 'Pourquoi React + FastAPI plutot que Streamlit ?'</a:t>
            </a:r>
          </a:p>
          <a:p>
            <a:r>
              <a:t>  =&gt; 'Streamlit est bien pour les prototypes mais React donne une vraie UX prod. FastAPI est plus performant et separable du frontend.'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scoring :</a:t>
            </a:r>
          </a:p>
          <a:p>
            <a:r>
              <a:t>  /3 Probleme + Dataset : probleme metier clair, dataset presente avec limites</a:t>
            </a:r>
          </a:p>
          <a:p>
            <a:r>
              <a:t>  /3 Pipeline : reproductible, split correct, preprocessing justifie</a:t>
            </a:r>
          </a:p>
          <a:p>
            <a:r>
              <a:t>  /4 Modele : R2 commente, comparaison Ridge/Lasso/ElasticNet, pkl exporte</a:t>
            </a:r>
          </a:p>
          <a:p>
            <a:r>
              <a:t>  /5 App + Deploy : HF Spaces public, demo qui marche, CI/CD = +1 bonus</a:t>
            </a:r>
          </a:p>
          <a:p>
            <a:r>
              <a:t>  /5 Oral : structure, Q&amp;A, chacun parle, assume ses choix</a:t>
            </a:r>
          </a:p>
          <a:p>
            <a:endParaRPr/>
          </a:p>
          <a:p>
            <a:r>
              <a:t>Cible realiste pour ce niveau B3 : 14-16/20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ia-claude.arsdv.sit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ia-claude.arsdv.site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driri85/data-ia-clau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8BDF8"/>
                </a:solidFill>
              </a:rPr>
              <a:t>Prediction &amp;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Dataset Diabetes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BD5E1"/>
                </a:solidFill>
              </a:rPr>
              <a:t>Predire la progression du diabete  |  Segmenter les profils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CBD5E1"/>
                </a:solidFill>
              </a:rPr>
              <a:t>Adrien &amp; </a:t>
            </a:r>
            <a:r>
              <a:rPr lang="fr-FR" sz="1500" dirty="0">
                <a:solidFill>
                  <a:srgbClr val="CBD5E1"/>
                </a:solidFill>
              </a:rPr>
              <a:t>Nathan </a:t>
            </a:r>
            <a:r>
              <a:rPr sz="1500" b="0" dirty="0">
                <a:solidFill>
                  <a:srgbClr val="CBD5E1"/>
                </a:solidFill>
              </a:rPr>
              <a:t>--  B3 Data &amp; IA  --  Sup de Vinci Nantes  --  27 </a:t>
            </a:r>
            <a:r>
              <a:rPr sz="1500" b="0" dirty="0" err="1">
                <a:solidFill>
                  <a:srgbClr val="CBD5E1"/>
                </a:solidFill>
              </a:rPr>
              <a:t>mai</a:t>
            </a:r>
            <a:r>
              <a:rPr sz="1500" b="0" dirty="0">
                <a:solidFill>
                  <a:srgbClr val="CBD5E1"/>
                </a:solidFill>
              </a:rPr>
              <a:t>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5212080"/>
            <a:ext cx="164592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scikit-learn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5212080"/>
            <a:ext cx="164592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React + Vite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5212080"/>
            <a:ext cx="164592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5212080"/>
            <a:ext cx="1645920" cy="411480"/>
          </a:xfrm>
          <a:prstGeom prst="rect">
            <a:avLst/>
          </a:prstGeom>
          <a:solidFill>
            <a:srgbClr val="F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fr-FR" sz="1300" b="1" dirty="0">
                <a:solidFill>
                  <a:srgbClr val="0F172A"/>
                </a:solidFill>
              </a:rPr>
              <a:t>Hébergement + Docker</a:t>
            </a:r>
            <a:endParaRPr sz="1300" b="1" dirty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59436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984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Probleme metier &amp;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9436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9280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Pipeline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59436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1576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Modeles ML : regression + clustering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594360" cy="502920"/>
          </a:xfrm>
          <a:prstGeom prst="rect">
            <a:avLst/>
          </a:prstGeom>
          <a:solidFill>
            <a:srgbClr val="F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387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Demo live -- app deployee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80"/>
            <a:ext cx="594360" cy="5029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616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</a:rPr>
              <a:t>Limites &amp; perspectives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120640"/>
            <a:ext cx="594360" cy="5029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8464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</a:rP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Probleme metier &amp;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39496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Le probleme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</a:rPr>
              <a:t>Qui ?  Medecins / chercheurs en sante
Quoi ?  Predire la progression du diabete
1 an apres le diagnostic, a partir de
mesures biologiques initiales
Pourquoi ?  Identifier les patients a risque
plus tot = meilleure prise en charge
Bonus : segmenter les patients en profils
pour personnaliser le suivi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960120"/>
            <a:ext cx="548640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Le dataset -- sklearn diabetes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Source : sklearn.datasets.load_diabetes
(UCI / NIDDK -- reference ML biomedical)
Taille : 442 patients x 10 features + 1 cible
Features : age, sex, bmi, bp,
s1 (tc), s2 (ldl), s3 (hdl), s4, s5 (ltg), s6 (glu)
(deja normalises entre -0.2 et +0.2)
Cible : progression du diabete a 1 an
(valeur continue, 25 a 346)
Limites :
  - 442 observations = dataset petit
  - Donnees de 1990s, patients US seulement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BDF8"/>
                </a:solidFill>
              </a:rPr>
              <a:t>Critere : Comprehension du probleme + dataset  /3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78892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1. Chargement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load_diabetes()
442 lignes x 11 cols
Donnees deja pre-traitees
(normalisation sklearn)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9718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005840"/>
            <a:ext cx="278892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097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2.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60020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describe() + heatmap
Correlation
bmi / s5 les plus
correlees a la 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29718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005840"/>
            <a:ext cx="278892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1097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3. 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60020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SimpleImputer(median)
+ StandardScaler
via ColumnTransformer
+ Pipeline sklearn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9718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1005840"/>
            <a:ext cx="278892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36024" y="1097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4.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160020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train_test_split
60 / 20 / 20
random_state=42
=&gt; reproductible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760720"/>
            <a:ext cx="11430000" cy="594360"/>
          </a:xfrm>
          <a:prstGeom prst="rect">
            <a:avLst/>
          </a:prstGeom>
          <a:solidFill>
            <a:srgbClr val="12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4D399"/>
                </a:solidFill>
              </a:rPr>
              <a:t>random_state=42 partout  |  Pipeline sklearn = reproductible  |  train 264 / val 89 / test 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Critere : Pipeline data  /3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Modeles ML : Regression + Clustering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57784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REGRESSION -- Predire la progression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303520" cy="1234440"/>
          </a:xfrm>
          <a:prstGeom prst="rect">
            <a:avLst/>
          </a:prstGeom>
          <a:solidFill>
            <a:srgbClr val="2A1E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BBF24"/>
                </a:solidFill>
              </a:rPr>
              <a:t>R2 = 0.5232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52% de la variance expliquee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Modele retenu : VotingRegressor
  Ridge (alpha=10) + Lasso (alpha=0.1)
  + ElasticNet (alpha=0.1, l1=0.5)
Pourquoi cette metrique ?
Regression continue =&gt; R2 mesure la part
de variance capturee (1 = parfait)
Pourquoi Voting ?
Stabilise les predictions en moyennant
les erreurs de 3 regularisations differentes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960120"/>
            <a:ext cx="557784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051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7FFF"/>
                </a:solidFill>
              </a:rPr>
              <a:t>CLUSTERING -- Segmenter les patients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08760"/>
            <a:ext cx="5303520" cy="1234440"/>
          </a:xfrm>
          <a:prstGeom prst="rect">
            <a:avLst/>
          </a:prstGeom>
          <a:solidFill>
            <a:srgbClr val="1E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47FFF"/>
                </a:solidFill>
              </a:rPr>
              <a:t>Silhouette = 0.6015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cible 0.6 atteinte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Modele retenu : AgglomerativeClustering
  4 clusters  |  features : sex + bmi
Distribution :
  Cluster 0 : 170 patients
  Cluster 1 :  85 patients
  Cluster 2 : 150 patients
  Cluster 3 :  37 patients
Recherche auto parmi KMeans + Agglomerative
sur toutes paires de features (2 a 6 clusters)
=&gt; meilleur score silhouette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BBF24"/>
                </a:solidFill>
              </a:rPr>
              <a:t>Critere : Modele ML qui tourne  /4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0" cy="457200"/>
          </a:xfrm>
          <a:prstGeom prst="rect">
            <a:avLst/>
          </a:prstGeom>
          <a:solidFill>
            <a:srgbClr val="F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Demo live -- App deployee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1280160"/>
            <a:ext cx="5943600" cy="164592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0" y="14630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47FFF"/>
                </a:solidFill>
              </a:rPr>
              <a:t>DEMO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240280"/>
            <a:ext cx="5943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500" dirty="0">
                <a:solidFill>
                  <a:srgbClr val="CBD5E1"/>
                </a:solidFill>
                <a:hlinkClick r:id="rId3"/>
              </a:rPr>
              <a:t>https://data-ia-claude.arsdv.site</a:t>
            </a:r>
            <a:endParaRPr sz="1500" b="0" dirty="0">
              <a:solidFill>
                <a:srgbClr val="CBD5E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D5E1"/>
                </a:solidFill>
              </a:rPr>
              <a:t>Ce que montre la demo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4D399"/>
                </a:solidFill>
              </a:rPr>
              <a:t>[OK]  Saisie des 10 features biologiques dans le formulaire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4D399"/>
                </a:solidFill>
              </a:rPr>
              <a:t>[OK]  Prediction de progression renvoyee par FastAPI (model-regression.pkl)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4D399"/>
                </a:solidFill>
              </a:rPr>
              <a:t>[OK]  Clustering : affichage du profil patient (cluster 0-3)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34D399"/>
                </a:solidFill>
              </a:rPr>
              <a:t>[OK]  URL </a:t>
            </a:r>
            <a:r>
              <a:rPr sz="1500" b="0" dirty="0" err="1">
                <a:solidFill>
                  <a:srgbClr val="34D399"/>
                </a:solidFill>
              </a:rPr>
              <a:t>publique</a:t>
            </a:r>
            <a:r>
              <a:rPr sz="1500" b="0" dirty="0">
                <a:solidFill>
                  <a:srgbClr val="34D399"/>
                </a:solidFill>
              </a:rPr>
              <a:t> -- 0 EUR/</a:t>
            </a:r>
            <a:r>
              <a:rPr sz="1500" b="0" dirty="0" err="1">
                <a:solidFill>
                  <a:srgbClr val="34D399"/>
                </a:solidFill>
              </a:rPr>
              <a:t>mois</a:t>
            </a:r>
            <a:r>
              <a:rPr lang="fr-FR" sz="1500" b="0" dirty="0">
                <a:solidFill>
                  <a:srgbClr val="34D399"/>
                </a:solidFill>
              </a:rPr>
              <a:t>, app hébergé sur un serveur chez Adrien</a:t>
            </a:r>
            <a:endParaRPr sz="1500" b="0" dirty="0">
              <a:solidFill>
                <a:srgbClr val="34D39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[BONUS]  CI/CD : git push =&gt; redeploi automatique (bonus +1)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7FFF"/>
                </a:solidFill>
              </a:rPr>
              <a:t>Critere : App + deploiement  /5  (critere le plus lourd)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0" cy="457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Limites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39496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Limites identifiees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442 observations = dataset trop petit pour generaliser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R2 = 0.52 : la moitie de la variance reste inexpliquee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Donnees des annees 90, patients US uniquement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75887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Pas de cross-validation (manque de temps)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98264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Pas de gestion des entrees aberrantes (ex: bmi=99)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Scale : 1 user OK, 100 simultanes non teste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60120"/>
            <a:ext cx="557784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Avec 1 mois de plus...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-&gt; Cross-validation + GridSearchCV (meilleur R2)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31136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-&gt; Dataset medical plus recent et plus grand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5351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-&gt; Random Forest / XGBoost pour comparaison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75887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-&gt; Monitoring des predictions en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982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-&gt; Interface medecin : historique patient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  -&gt; Test de charge (Gunicorn multi-workers)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Q&amp;A -- Reponses preparees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30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Q1: En une phrase, c'est quoi le probleme que votre app resout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Predire la progression du diabete a 1 an pour aider les medecins a identifier les patients a risque plus tot.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64792"/>
            <a:ext cx="11430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Q2: Quelle metrique et pourquoi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R2 = 0.52 car c'est une regression continue. R2 mesure la part de variance expliquee (1 = parfait, 0 = modele nul).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24912"/>
            <a:ext cx="11430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Q3: Comment vous redeployez apres un bug ce soir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4D399"/>
                </a:solidFill>
              </a:rPr>
              <a:t>Git push =&gt; CI/CD GitHub Actions se </a:t>
            </a:r>
            <a:r>
              <a:rPr sz="1200" b="0" dirty="0" err="1">
                <a:solidFill>
                  <a:srgbClr val="34D399"/>
                </a:solidFill>
              </a:rPr>
              <a:t>declenche</a:t>
            </a:r>
            <a:r>
              <a:rPr sz="1200" b="0" dirty="0">
                <a:solidFill>
                  <a:srgbClr val="34D399"/>
                </a:solidFill>
              </a:rPr>
              <a:t> =&gt; </a:t>
            </a:r>
            <a:r>
              <a:rPr lang="fr-FR" sz="1200" b="0" dirty="0">
                <a:solidFill>
                  <a:srgbClr val="34D399"/>
                </a:solidFill>
              </a:rPr>
              <a:t>le serveur prend le Job et </a:t>
            </a:r>
            <a:r>
              <a:rPr lang="fr-FR" sz="1200" b="0" dirty="0" err="1">
                <a:solidFill>
                  <a:srgbClr val="34D399"/>
                </a:solidFill>
              </a:rPr>
              <a:t>déploi</a:t>
            </a:r>
            <a:r>
              <a:rPr lang="fr-FR" sz="1200" b="0" dirty="0">
                <a:solidFill>
                  <a:srgbClr val="34D399"/>
                </a:solidFill>
              </a:rPr>
              <a:t> l’Application</a:t>
            </a:r>
            <a:endParaRPr sz="1200" b="0" dirty="0">
              <a:solidFill>
                <a:srgbClr val="34D399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3685032"/>
            <a:ext cx="11430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72160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Q4: Combien coute votre app par mois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33088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4D399"/>
                </a:solidFill>
              </a:rPr>
              <a:t>0 EUR </a:t>
            </a:r>
            <a:r>
              <a:rPr lang="fr-FR" sz="1200" dirty="0">
                <a:solidFill>
                  <a:srgbClr val="34D399"/>
                </a:solidFill>
              </a:rPr>
              <a:t>– Application Hébergée chez Adrien.</a:t>
            </a:r>
            <a:endParaRPr sz="1200" b="0" dirty="0">
              <a:solidFill>
                <a:srgbClr val="34D399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4645152"/>
            <a:ext cx="11430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68172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Q5: 100 utilisateurs en meme temps, ca tient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932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Probablement pas : FastAPI tourne en mono-worker. On ajouterait Gunicorn avec plusieurs workers.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605272"/>
            <a:ext cx="11430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6418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Q6: Avec 1 mois de plus, vous auriez fait quoi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Cross-validation pour un R2 plus fiable, dataset plus recent, Random Forest pour comparer.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Merci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8BDF8"/>
                </a:solidFill>
              </a:rPr>
              <a:t>Questions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11247120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6984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700" dirty="0">
                <a:solidFill>
                  <a:srgbClr val="CBD5E1"/>
                </a:solidFill>
                <a:hlinkClick r:id="rId3"/>
              </a:rPr>
              <a:t>https://data-ia-claude.arsdv.site</a:t>
            </a:r>
            <a:r>
              <a:rPr sz="1700" b="0" dirty="0">
                <a:solidFill>
                  <a:srgbClr val="CBD5E1"/>
                </a:solidFill>
                <a:hlinkClick r:id="rId3"/>
              </a:rPr>
              <a:t>  </a:t>
            </a:r>
            <a:r>
              <a:rPr sz="1700" b="0" dirty="0">
                <a:solidFill>
                  <a:srgbClr val="CBD5E1"/>
                </a:solidFill>
              </a:rPr>
              <a:t>|  </a:t>
            </a:r>
            <a:r>
              <a:rPr lang="fr-FR" sz="1700" dirty="0">
                <a:solidFill>
                  <a:srgbClr val="CBD5E1"/>
                </a:solidFill>
                <a:hlinkClick r:id="rId4"/>
              </a:rPr>
              <a:t>https://github.com/driri85/data-ia-claude</a:t>
            </a:r>
            <a:endParaRPr sz="1700" b="0" dirty="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2219</Words>
  <Application>Microsoft Office PowerPoint</Application>
  <PresentationFormat>Personnalisé</PresentationFormat>
  <Paragraphs>206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RANDONNET Adrien</cp:lastModifiedBy>
  <cp:revision>3</cp:revision>
  <dcterms:created xsi:type="dcterms:W3CDTF">2013-01-27T09:14:16Z</dcterms:created>
  <dcterms:modified xsi:type="dcterms:W3CDTF">2026-05-27T12:57:41Z</dcterms:modified>
  <cp:category/>
</cp:coreProperties>
</file>